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30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MINISTÈRE DE LA SANTÉ PUBLIQUE DU TCHAD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أَمَان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DOSSIER MÉDICAL BIOMÉTRIQUE POUR CHAQUE TCHADIEN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صِحَّتَك فِي أَمَان — Ta santé en sécurité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1920240" cy="146304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17,4M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Habitants ciblés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4754880"/>
            <a:ext cx="1920240" cy="146304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26080" y="5577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Médecins / 10k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4754880"/>
            <a:ext cx="1920240" cy="146304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20640" y="5577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aligné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4754880"/>
            <a:ext cx="1920240" cy="146304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ans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0" y="5577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4754880"/>
            <a:ext cx="1920240" cy="146304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3,5M$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509760" y="5577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requis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aux Bailleurs de Fonds • 2025-2028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PROBLÈME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des carnets de santé papier sont perdus ou détruits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943600" cy="38404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✕  Impossibilité de vérifier le statut vaccinal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5943600" cy="38404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✕  Aucun suivi longitudinal pour patients nomades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943600" cy="38404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✕  Risque de double traitement ou allergies non détectées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5943600" cy="38404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✕  Données épidémiologiques nationales incomplètes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5943600" cy="38404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✕  Aucune identité médicale fiable en zones rurales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114800" cy="4572000"/>
          </a:xfrm>
          <a:prstGeom prst="rect">
            <a:avLst/>
          </a:prstGeom>
          <a:solidFill>
            <a:srgbClr val="1A1A2E">
              <a:alpha val="70000"/>
            </a:srgbClr>
          </a:solidFill>
          <a:ln w="12700">
            <a:solidFill>
              <a:srgbClr val="E8A838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INDICATEURS SANITAIRES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611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Mortalité infantile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6112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Mortalité maternelle /100k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611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Couverture vaccinale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1/27k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Médecins/habitant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6112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Alphabétisation femmes rurales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Dossier Médical Biométrique Numérique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Enregistrement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 à puce ou bracelet remis au patient. Son empreinte est numérisée et liée à un identifiant unique national.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2560320"/>
            <a:ext cx="0" cy="502920"/>
          </a:xfrm>
          <a:prstGeom prst="line">
            <a:avLst/>
          </a:prstGeom>
          <a:noFill/>
          <a:ln w="25400">
            <a:solidFill>
              <a:srgbClr val="B43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3108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L'agent de santé identifie le patient en posant son doigt sur un lecteur biométrique.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3749040"/>
            <a:ext cx="0" cy="502920"/>
          </a:xfrm>
          <a:prstGeom prst="line">
            <a:avLst/>
          </a:prstGeom>
          <a:noFill/>
          <a:ln w="25400">
            <a:solidFill>
              <a:srgbClr val="B43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4297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dossier médical complet s'affiche instantanément — même hors-ligne.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645920"/>
            <a:ext cx="5029200" cy="4754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1645920"/>
            <a:ext cx="5029200" cy="475488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920240"/>
            <a:ext cx="4572000" cy="86868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Puce biométrique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 ISO 7816 / bracelet NFC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971800"/>
            <a:ext cx="4572000" cy="86868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Lecteur d'empreinte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3383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 &lt; 0.001% (Suprema)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4023360"/>
            <a:ext cx="4572000" cy="86868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Mode 100% hors-ligne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4434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automatique via 2G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5074920"/>
            <a:ext cx="4572000" cy="86868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5120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Chiffrement AES-256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 / OMS conforme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Fonctionnement 100% hors-ligne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Conçu pour les zones sans connexion internet, avec synchronisation automatique dès que le réseau est disponible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320040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📇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 à puce / Bracelet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Résistant à l'eau et à la chaleur. NFC ISO 7816.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51760" cy="320040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Lecteur biométrique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Capteur optique DigitalPersona/Suprema. IP65.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51760" cy="320040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Web PWA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React.js, IndexedDB, sync différée.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828800"/>
            <a:ext cx="2651760" cy="320040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354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centrale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chiffré AES-256. Datacenter N'Djamena.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 du dossier médical numérique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715000"/>
            <a:ext cx="3383280" cy="347472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715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Identité et données biométriques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5715000"/>
            <a:ext cx="3383280" cy="347472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5715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Carnet de vaccination complet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5715000"/>
            <a:ext cx="3383280" cy="347472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5715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Suivi de grossesse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6172200"/>
            <a:ext cx="3383280" cy="347472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172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Historique des consultations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6172200"/>
            <a:ext cx="3383280" cy="347472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6172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Maladies chroniques et traitements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6172200"/>
            <a:ext cx="3383280" cy="347472"/>
          </a:xfrm>
          <a:prstGeom prst="rect">
            <a:avLst/>
          </a:prstGeom>
          <a:solidFill>
            <a:srgbClr val="F4F0EA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6172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Résultats biologiques et imagerie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0" y="1828800"/>
            <a:ext cx="3017520" cy="4114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Sécurité, interopérabilité et résilience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943600" cy="96012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Web PWA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React.js, mode hors-ligne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+ file d'attente de sync via API REST sécurisée (HTTPS/TLS)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943600" cy="96012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facteur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professionnel + code PIN pour chaque agent de santé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943600" cy="96012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Empreintes en gabarit chiffré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Jamais en image brute. Conforme législation tchadienne.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5943600" cy="96012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Datacenter N'Djamena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Réplication cloud Africa Zone. RBAC strict.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solidFill>
            <a:srgbClr val="1A1A2E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5303520"/>
            <a:ext cx="3840480" cy="91440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5349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Authentification 2 facteurs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5669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professionnel + Code PIN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ATTENDU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Résultats cibles à 3 ans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68880" cy="1463040"/>
          </a:xfrm>
          <a:prstGeom prst="rect">
            <a:avLst/>
          </a:prstGeom>
          <a:solidFill>
            <a:srgbClr val="1A1A2E">
              <a:alpha val="65000"/>
            </a:srgbClr>
          </a:solidFill>
          <a:ln w="12700">
            <a:solidFill>
              <a:srgbClr val="E8A83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enregistrés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468880" cy="1463040"/>
          </a:xfrm>
          <a:prstGeom prst="rect">
            <a:avLst/>
          </a:prstGeom>
          <a:solidFill>
            <a:srgbClr val="1A1A2E">
              <a:alpha val="65000"/>
            </a:srgbClr>
          </a:solidFill>
          <a:ln w="12700">
            <a:solidFill>
              <a:srgbClr val="E8A83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Centres de santé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équipés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468880" cy="1463040"/>
          </a:xfrm>
          <a:prstGeom prst="rect">
            <a:avLst/>
          </a:prstGeom>
          <a:solidFill>
            <a:srgbClr val="1A1A2E">
              <a:alpha val="65000"/>
            </a:srgbClr>
          </a:solidFill>
          <a:ln w="12700">
            <a:solidFill>
              <a:srgbClr val="E8A83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Couverture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vaccinale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828800"/>
            <a:ext cx="2468880" cy="1463040"/>
          </a:xfrm>
          <a:prstGeom prst="rect">
            <a:avLst/>
          </a:prstGeom>
          <a:solidFill>
            <a:srgbClr val="1A1A2E">
              <a:alpha val="65000"/>
            </a:srgbClr>
          </a:solidFill>
          <a:ln w="12700">
            <a:solidFill>
              <a:srgbClr val="E8A838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9611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Mortalité maternelle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évitable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Alignement ODD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1920240" cy="1097280"/>
          </a:xfrm>
          <a:prstGeom prst="rect">
            <a:avLst/>
          </a:prstGeom>
          <a:solidFill>
            <a:srgbClr val="B43B2B">
              <a:alpha val="80000"/>
            </a:srgbClr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Bonne santé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4114800"/>
            <a:ext cx="1920240" cy="1097280"/>
          </a:xfrm>
          <a:prstGeom prst="rect">
            <a:avLst/>
          </a:prstGeom>
          <a:solidFill>
            <a:srgbClr val="B43B2B">
              <a:alpha val="80000"/>
            </a:srgbClr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2608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Inégalités réduites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4114800"/>
            <a:ext cx="1920240" cy="1097280"/>
          </a:xfrm>
          <a:prstGeom prst="rect">
            <a:avLst/>
          </a:prstGeom>
          <a:solidFill>
            <a:srgbClr val="B43B2B">
              <a:alpha val="80000"/>
            </a:srgbClr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9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4114800"/>
            <a:ext cx="1920240" cy="1097280"/>
          </a:xfrm>
          <a:prstGeom prst="rect">
            <a:avLst/>
          </a:prstGeom>
          <a:solidFill>
            <a:srgbClr val="B43B2B">
              <a:alpha val="80000"/>
            </a:srgbClr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16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4114800"/>
            <a:ext cx="1920240" cy="1097280"/>
          </a:xfrm>
          <a:prstGeom prst="rect">
            <a:avLst/>
          </a:prstGeom>
          <a:solidFill>
            <a:srgbClr val="B43B2B">
              <a:alpha val="80000"/>
            </a:srgbClr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17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0976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Partenariats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 3 — Bonne santé et bien-être : Amélioration du suivi médical, réduction des erreurs, meilleure couverture vaccinale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 déploiement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phases — 3 ans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38912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82296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3566160" cy="18288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Pilote N'Djamena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 1-6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5 hôpitaux de référence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10 000 patients enregistrés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200 agents de santé formés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54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Validation technique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89120" y="1828800"/>
            <a:ext cx="3566160" cy="438912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1828800"/>
            <a:ext cx="3566160" cy="82296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2468880"/>
            <a:ext cx="3566160" cy="18288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Extension régionale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 7-18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83464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23 chefs-lieux de province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347472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100 000 patients enregistrés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411480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Intégration DHIS2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475488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754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Équipes mobiles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229600" y="1828800"/>
            <a:ext cx="3566160" cy="438912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1828800"/>
            <a:ext cx="3566160" cy="82296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0" y="2468880"/>
            <a:ext cx="3566160" cy="18288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— Déploiement national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 19-36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283464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500+ centres de santé ruraux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347472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500 000 patients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12480" y="411480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Transfert de compétences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12480" y="4754880"/>
            <a:ext cx="3200400" cy="50292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754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Autonomie des équipes locales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final : Doter chaque Tchadien d'un dossier médical numérique unique, sécurisé et accessible par empreinte digitale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prévisionnel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3 500 000 USD sur 3 ans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21208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Poste budgétaire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Année 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Année 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Année 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Matériel biométrique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Développement logiciel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Infrastructure serveurs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Formation des agents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Déploiement terrain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Sécurité &amp; conformité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Communication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Gestion de projet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1 560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1 090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3 500 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de financement recherchées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46720" y="2377440"/>
            <a:ext cx="3474720" cy="64008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2880360"/>
            <a:ext cx="1181405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6"/>
          <p:cNvSpPr/>
          <p:nvPr/>
        </p:nvSpPr>
        <p:spPr>
          <a:xfrm>
            <a:off x="8229600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Banque Mondiale — REDISSE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2395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1 200 000 USD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3154680"/>
            <a:ext cx="3474720" cy="64008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3657600"/>
            <a:ext cx="799186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3172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Union Européenne — NDICI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0" y="3172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800 000 USD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3931920"/>
            <a:ext cx="3474720" cy="64008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4434840"/>
            <a:ext cx="694944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0" y="3950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USAID — Global Health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515600" y="3950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700 000 USD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46720" y="4709160"/>
            <a:ext cx="3474720" cy="64008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5212080"/>
            <a:ext cx="486461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0" y="4727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Gouvernement du Tchad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15600" y="4727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500 000 USD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5486400"/>
            <a:ext cx="3474720" cy="640080"/>
          </a:xfrm>
          <a:prstGeom prst="rect">
            <a:avLst/>
          </a:prstGeom>
          <a:solidFill>
            <a:srgbClr val="1A1A2E">
              <a:alpha val="60000"/>
            </a:srgbClr>
          </a:solidFill>
          <a:ln w="635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0" y="5989320"/>
            <a:ext cx="312725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5504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Fondations philanthropiques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515600" y="5504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300 000 USD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Gouvernance, sécurité &amp; durabilité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256032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474720" cy="50292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474720" cy="13716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904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Comité de Pilotage National - Ministère Santé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Unité de Gestion de Projet (UGP) dédiée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Comité technique (IT, médecins, communautés)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Audits indépendants semestriels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474720" cy="256032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3474720" cy="50292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828800"/>
            <a:ext cx="3474720" cy="13716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4904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des données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Conformité législation tchadienne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Empreintes en gabarit chiffré (jamais brut)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Consentement éclairé obligatoire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Droit d'accès, rectification et suppression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1463040"/>
            <a:ext cx="3474720" cy="2560320"/>
          </a:xfrm>
          <a:prstGeom prst="rect">
            <a:avLst/>
          </a:prstGeom>
          <a:solidFill>
            <a:srgbClr val="FAF9F6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463040"/>
            <a:ext cx="3474720" cy="50292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1828800"/>
            <a:ext cx="3474720" cy="13716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4904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Viabilité financière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2148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Intégration budget national année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Frais symboliques (300 FCFA)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Partenariats télécom (Airtel, Moov)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Maintenance par développeurs tchadiens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risques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3474720" cy="50292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54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📡  Faible connectivité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4754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offline 2G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4754880"/>
            <a:ext cx="3474720" cy="50292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4754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💪  Résistance au changement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4754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intensive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4754880"/>
            <a:ext cx="3474720" cy="50292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4754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🌡️  Défaillance matérielle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75520" y="4754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Matériel IP65, stock 20%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394960"/>
            <a:ext cx="3474720" cy="50292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394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Cyber-attaques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5394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AES-256, audits trimestriels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5394960"/>
            <a:ext cx="3474720" cy="50292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5394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 Instabilité politique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6480" y="5394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décentralisée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46720" y="5394960"/>
            <a:ext cx="3474720" cy="50292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5394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 Faible adoption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875520" y="5394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3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Sensibilisation locale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Appel à financement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Ensemble, offrons à chaque Tchadien — du nomade du Sahel à la mère en zone rurale — le droit à un suivi médical digne et sécurisé.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5943600" cy="402336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❤️  Sauver des vies en améliorant le diagnostic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943600" cy="402336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8892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💪  Renforcer les systèmes de santé nationaux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5943600" cy="402336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 Construire une infrastructure numérique durable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943600" cy="402336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9476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 Atteindre les ODD d'ici 2030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4114800" cy="320040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2377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Unité de Gestion Amaan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Ministère de la Santé Publique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N'Djamena, Tchad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contact@amaan-tchad.gov.td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Réunion de présentation (30 min)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Due diligence technique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4663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Signature accord de financement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4983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Lancement Phase Pilote (T1 2025)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B43B2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INVESTISSEZ DANS LA SANTÉ NUMÉRIQUE — Contactez-nous : contact@amaan-tchad.gov.td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1000</Words>
  <Application>Microsoft Office PowerPoint</Application>
  <PresentationFormat>Grand écran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Amaan — Dossier Médical Biométrique</dc:title>
  <dc:subject>PptxGenJS Presentation</dc:subject>
  <dc:creator>Ministère de la Santé Publique du Tchad</dc:creator>
  <cp:lastModifiedBy>Mbaihornom willifred</cp:lastModifiedBy>
  <cp:revision>2</cp:revision>
  <dcterms:created xsi:type="dcterms:W3CDTF">2026-06-07T11:38:34Z</dcterms:created>
  <dcterms:modified xsi:type="dcterms:W3CDTF">2026-06-07T11:41:54Z</dcterms:modified>
</cp:coreProperties>
</file>